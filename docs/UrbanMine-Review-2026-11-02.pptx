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UrbanMine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B2B demolition-reuse marketplace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Review 1 · 2 November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it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contractor photographs a demolition site. The AI lists what is salvageable, with quantity, condition and price. One click publishes it. A buyer searches, gets match-scored, and sends a request.</a:t>
            </a:r>
          </a:p>
          <a:p>
            <a:pPr lvl="0" indent="0" marL="0">
              <a:buNone/>
            </a:pPr>
            <a:r>
              <a:rPr b="1"/>
              <a:t>Live:</a:t>
            </a:r>
            <a:r>
              <a:rPr/>
              <a:t> https://fullstackproject-app.vercel.app</a:t>
            </a:r>
          </a:p>
          <a:p>
            <a:pPr lvl="0" indent="0" marL="0">
              <a:buNone/>
            </a:pPr>
            <a:r>
              <a:rPr/>
              <a:t>React 18 · FastAPI · YOLO-World + YOLOv8n + CLIP · Neon Postgres · Cesium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Everything in a building that comes down was paid for once, and most of it goes to landfill.</a:t>
            </a:r>
          </a:p>
          <a:p>
            <a:pPr lvl="0"/>
            <a:r>
              <a:rPr/>
              <a:t>Buyers pay new-material prices for material that could be salvaged for a fraction of that</a:t>
            </a:r>
          </a:p>
          <a:p>
            <a:pPr lvl="0"/>
            <a:r>
              <a:rPr/>
              <a:t>Contractors have no fast way to catalogue what is on site, because measuring, photographing and pricing each pile takes longer than skipping it</a:t>
            </a:r>
          </a:p>
          <a:p>
            <a:pPr lvl="0"/>
            <a:r>
              <a:rPr/>
              <a:t>Salvaged material is never listed anywhere, so a buyer cannot search for it</a:t>
            </a:r>
          </a:p>
          <a:p>
            <a:pPr lvl="0" indent="0" marL="0">
              <a:buNone/>
            </a:pPr>
            <a:r>
              <a:rPr/>
              <a:t>The constraint that shapes the product: cataloguing has to cost one photo, not an afternoon.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Problem Identification: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93800"/>
            <a:ext cx="8229600" cy="54610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Users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866900"/>
          <a:ext cx="8229600" cy="1231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Goal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Demolition contractor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Photograph, confirm, published in under a minute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Architect / interior designer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Find reclaimed doors, windows, tiles and marble near the site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Scrap dealer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Find bulk metal, rebar and copper by weight and distance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25800"/>
            <a:ext cx="8229600" cy="123190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In this review’s build:</a:t>
            </a:r>
            <a:r>
              <a:rPr/>
              <a:t> photo AI, listings, smart match, requests, impact, location picker, satellite maps, mobile shell, deployed demo.</a:t>
            </a:r>
          </a:p>
          <a:p>
            <a:pPr lvl="0" indent="0" marL="0">
              <a:buNone/>
            </a:pPr>
            <a:r>
              <a:rPr b="1"/>
              <a:t>Left out deliberately:</a:t>
            </a:r>
            <a:r>
              <a:rPr/>
              <a:t> payments, accounts, chat, logistics, multi-city, admin.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System Design: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Three parts behind one URL.</a:t>
            </a:r>
          </a:p>
          <a:p>
            <a:pPr lvl="0" indent="0">
              <a:buNone/>
            </a:pPr>
            <a:r>
              <a:rPr>
                <a:latin typeface="Courier"/>
              </a:rPr>
              <a:t>Browser (React + Vite)
   │  fetch /api/* and /uploads/*
   ▼
Vercel frontend rewrite ───► FastAPI container (Vercel)
   same origin, no CORS           │
                                  ├─ AI: YOLO-World, YOLOv8n, colour, CLIP
                                  └─ Neon Postgres, JSON file fallback</a:t>
            </a:r>
          </a:p>
          <a:p>
            <a:pPr lvl="0" indent="0" marL="0">
              <a:buNone/>
            </a:pPr>
            <a:r>
              <a:rPr/>
              <a:t>The frontend’s </a:t>
            </a:r>
            <a:r>
              <a:rPr>
                <a:latin typeface="Courier"/>
              </a:rPr>
              <a:t>vercel.json</a:t>
            </a:r>
            <a:r>
              <a:rPr/>
              <a:t> rewrites </a:t>
            </a:r>
            <a:r>
              <a:rPr>
                <a:latin typeface="Courier"/>
              </a:rPr>
              <a:t>/api</a:t>
            </a:r>
            <a:r>
              <a:rPr/>
              <a:t> and </a:t>
            </a:r>
            <a:r>
              <a:rPr>
                <a:latin typeface="Courier"/>
              </a:rPr>
              <a:t>/uploads</a:t>
            </a:r>
            <a:r>
              <a:rPr/>
              <a:t> to the backend alias, so the browser only ever talks to one origin and CORS never appears.</a:t>
            </a:r>
          </a:p>
          <a:p>
            <a:pPr lvl="0" indent="0" marL="0">
              <a:buNone/>
            </a:pPr>
            <a:r>
              <a:rPr/>
              <a:t>The backend ships as a container because torch, ultralytics and transformers will not fit a normal serverless function.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System Design: 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Upload to listing</a:t>
            </a:r>
          </a:p>
          <a:p>
            <a:pPr lvl="0" indent="0">
              <a:buNone/>
            </a:pPr>
            <a:r>
              <a:rPr>
                <a:latin typeface="Courier"/>
              </a:rPr>
              <a:t>photo → EXIF or device GPS → shrink to 1600px → analyse → edit → confirm → listing</a:t>
            </a:r>
          </a:p>
          <a:p>
            <a:pPr lvl="0" indent="0" marL="0">
              <a:buNone/>
            </a:pPr>
            <a:r>
              <a:rPr b="1"/>
              <a:t>Buyer flow</a:t>
            </a:r>
          </a:p>
          <a:p>
            <a:pPr lvl="0" indent="0">
              <a:buNone/>
            </a:pPr>
            <a:r>
              <a:rPr>
                <a:latin typeface="Courier"/>
              </a:rPr>
              <a:t>material + quantity + point + condition + radius → ranking → request → accept/decline</a:t>
            </a:r>
          </a:p>
          <a:p>
            <a:pPr lvl="0"/>
            <a:r>
              <a:rPr/>
              <a:t>Postgres holds listings as one JSONB row and photo bytes as their own rows, so both survive a container restart</a:t>
            </a:r>
          </a:p>
          <a:p>
            <a:pPr lvl="0"/>
            <a:r>
              <a:rPr/>
              <a:t>The disk copy is a cache; serving a photo tries disk first, then the database</a:t>
            </a:r>
          </a:p>
          <a:p>
            <a:pPr lvl="0"/>
            <a:r>
              <a:rPr/>
              <a:t>Distance is haversine in Python, which agrees with </a:t>
            </a:r>
            <a:r>
              <a:rPr>
                <a:latin typeface="Courier"/>
              </a:rPr>
              <a:t>ST_Distance(geography)/1000</a:t>
            </a:r>
            <a:r>
              <a:rPr/>
              <a:t>, so rankings would survive a move to PostGIS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System Analysis: why these choices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Chosen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Instead 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Reason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Python + FastAPI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MERN / Express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hard problem is vision, and that is all Python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React 18 + Vite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Next.js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Dashboard with no SEO, no router, heavy client media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YOLO-World + YOLOv8n + CLIP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 trained model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labelled demolition dataset exists yet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Postgres on Neon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SQLite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container’s disk is discarded and several instances can run at once; SQLite would give each one a different marketplace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One JSONB row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Normalised tables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shape changes weekly; split it when two writers matter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Vercel Container Runtime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Plain serverless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~2GB image with baked weights; a JS lambda cannot carry it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CesiumJS satellite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Leaflet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Satellite-first, with a terrain and 3D tiles path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Technical Implementation: codebase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One question per file.</a:t>
            </a:r>
          </a:p>
          <a:p>
            <a:pPr lvl="0" indent="0">
              <a:buNone/>
            </a:pPr>
            <a:r>
              <a:rPr>
                <a:latin typeface="Courier"/>
              </a:rPr>
              <a:t>backend/
  app/
    main.py           routes only
    schemas.py        request shapes
    core/catalog.py   16 materials: units, salvage prices, prompts, gates
    core/scoring.py   haversine, qty_for, match_score
    ai/vision.py      all model loading and the four passes
    storage/store.py  Postgres or data.json, plus photo bytes
    storage/images.py 1600px copy and 480px thumbnail
  tests/              50 tests, no model downloads
frontend/
  src/App.jsx         shell and five panels
  src/components/     LocationPicker, MeasureModal
  src/lib/            cesium, measureMath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Technical Implementation: AI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Four passes run on each photo, then merge into one ranked list:</a:t>
            </a:r>
          </a:p>
          <a:p>
            <a:pPr lvl="0" indent="-342900" marL="342900">
              <a:buAutoNum type="arabicPeriod"/>
            </a:pPr>
            <a:r>
              <a:rPr/>
              <a:t>Downscale to 1280px once; the original is stored untouched</a:t>
            </a:r>
          </a:p>
          <a:p>
            <a:pPr lvl="0" indent="-342900" marL="342900">
              <a:buAutoNum type="arabicPeriod"/>
            </a:pPr>
            <a:r>
              <a:rPr b="1"/>
              <a:t>YOLO-World-m</a:t>
            </a:r>
            <a:r>
              <a:rPr/>
              <a:t> finds the 16 materials from descriptive prompts at confidence 0.12</a:t>
            </a:r>
          </a:p>
          <a:p>
            <a:pPr lvl="0" indent="-342900" marL="342900">
              <a:buAutoNum type="arabicPeriod"/>
            </a:pPr>
            <a:r>
              <a:rPr b="1"/>
              <a:t>YOLOv8n</a:t>
            </a:r>
            <a:r>
              <a:rPr/>
              <a:t> catches everyday objects and maps them (chair becomes Wood, bus becomes Metal)</a:t>
            </a:r>
          </a:p>
          <a:p>
            <a:pPr lvl="0" indent="-342900" marL="342900">
              <a:buAutoNum type="arabicPeriod"/>
            </a:pPr>
            <a:r>
              <a:rPr b="1"/>
              <a:t>Colour pass</a:t>
            </a:r>
            <a:r>
              <a:rPr/>
              <a:t>, numpy only, picks up bulk piles the boxes miss</a:t>
            </a:r>
          </a:p>
          <a:p>
            <a:pPr lvl="0" indent="-342900" marL="342900">
              <a:buAutoNum type="arabicPeriod"/>
            </a:pPr>
            <a:r>
              <a:rPr b="1"/>
              <a:t>CLIP</a:t>
            </a:r>
            <a:r>
              <a:rPr/>
              <a:t> scores weak boxes and the whole frame against a 0.60 gate</a:t>
            </a:r>
          </a:p>
          <a:p>
            <a:pPr lvl="0" indent="0" marL="0">
              <a:buNone/>
            </a:pPr>
            <a:r>
              <a:rPr/>
              <a:t>Merge, drop household hits, fall back to a labelled guess, normalise shares to 100%.</a:t>
            </a:r>
          </a:p>
          <a:p>
            <a:pPr lvl="0" indent="0" marL="0">
              <a:buNone/>
            </a:pPr>
            <a:r>
              <a:rPr/>
              <a:t>A bedsheet photo produces no listing. A low-confidence result is labelled a guess. </a:t>
            </a:r>
            <a:r>
              <a:rPr>
                <a:latin typeface="Courier"/>
              </a:rPr>
              <a:t>?debug=1</a:t>
            </a:r>
            <a:r>
              <a:rPr/>
              <a:t> returns every stage.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Technical Implementation: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50 tests</a:t>
            </a:r>
            <a:r>
              <a:rPr/>
              <a:t>, stdlib </a:t>
            </a:r>
            <a:r>
              <a:rPr>
                <a:latin typeface="Courier"/>
              </a:rPr>
              <a:t>unittest</a:t>
            </a:r>
            <a:r>
              <a:rPr/>
              <a:t>, models stubbed, under a second with no weights downloaded</a:t>
            </a:r>
          </a:p>
          <a:p>
            <a:pPr lvl="0"/>
            <a:r>
              <a:rPr/>
              <a:t>Quantities come from measured coverage through </a:t>
            </a:r>
            <a:r>
              <a:rPr>
                <a:latin typeface="Courier"/>
              </a:rPr>
              <a:t>qty_for</a:t>
            </a:r>
            <a:r>
              <a:rPr/>
              <a:t>; </a:t>
            </a:r>
            <a:r>
              <a:rPr>
                <a:latin typeface="Courier"/>
              </a:rPr>
              <a:t>random</a:t>
            </a:r>
            <a:r>
              <a:rPr/>
              <a:t> never touches them</a:t>
            </a:r>
          </a:p>
          <a:p>
            <a:pPr lvl="0"/>
            <a:r>
              <a:rPr/>
              <a:t>Match score: material 40, quantity 25, distance 20 (zero past 50 km), condition 15</a:t>
            </a:r>
          </a:p>
          <a:p>
            <a:pPr lvl="0"/>
            <a:r>
              <a:rPr/>
              <a:t>The photo ruler uses a known object (brick, tile, sheet) as the scale, because a browser cannot reach LiDAR</a:t>
            </a:r>
          </a:p>
          <a:p>
            <a:pPr lvl="0"/>
            <a:r>
              <a:rPr/>
              <a:t>Location is read from the device instead of assumed, and a photo’s GPS tag is adopted only within 25 km of where the user is</a:t>
            </a:r>
          </a:p>
          <a:p>
            <a:pPr lvl="0"/>
            <a:r>
              <a:rPr/>
              <a:t>Removing a listing takes two taps and cleans up its photos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User Interface: shell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Five panels in one app:</a:t>
            </a:r>
          </a:p>
          <a:p>
            <a:pPr lvl="0"/>
            <a:r>
              <a:rPr b="1"/>
              <a:t>Upload</a:t>
            </a:r>
            <a:r>
              <a:rPr/>
              <a:t> — dropzone or camera, auto-analyse, editable detections, publish</a:t>
            </a:r>
          </a:p>
          <a:p>
            <a:pPr lvl="0"/>
            <a:r>
              <a:rPr b="1"/>
              <a:t>Marketplace</a:t>
            </a:r>
            <a:r>
              <a:rPr/>
              <a:t> — filters, satellite globe with pins, request, remove</a:t>
            </a:r>
          </a:p>
          <a:p>
            <a:pPr lvl="0"/>
            <a:r>
              <a:rPr b="1"/>
              <a:t>Smart Match</a:t>
            </a:r>
            <a:r>
              <a:rPr/>
              <a:t> — ranked rows with score dials</a:t>
            </a:r>
          </a:p>
          <a:p>
            <a:pPr lvl="0"/>
            <a:r>
              <a:rPr b="1"/>
              <a:t>Requests</a:t>
            </a:r>
            <a:r>
              <a:rPr/>
              <a:t> — accept or decline</a:t>
            </a:r>
          </a:p>
          <a:p>
            <a:pPr lvl="0"/>
            <a:r>
              <a:rPr b="1"/>
              <a:t>Impact</a:t>
            </a:r>
            <a:r>
              <a:rPr/>
              <a:t> — four cards showing the maths</a:t>
            </a:r>
          </a:p>
          <a:p>
            <a:pPr lvl="0" indent="0" marL="0">
              <a:buNone/>
            </a:pPr>
            <a:r>
              <a:rPr/>
              <a:t>Desktop gets a sidebar above 900px; mobile gets a brand bar and bottom tabs.</a:t>
            </a:r>
          </a:p>
          <a:p>
            <a:pPr lvl="0" indent="0" marL="0">
              <a:buNone/>
            </a:pPr>
            <a:r>
              <a:rPr/>
              <a:t>Concrete and iron palette, flat with no shadows, motion disabled under </a:t>
            </a:r>
            <a:r>
              <a:rPr>
                <a:latin typeface="Courier"/>
              </a:rPr>
              <a:t>prefers-reduced-motion</a:t>
            </a:r>
            <a:r>
              <a:rPr/>
              <a:t>, skip link and tab roles, and </a:t>
            </a:r>
            <a:r>
              <a:rPr>
                <a:latin typeface="Courier"/>
              </a:rPr>
              <a:t>alert()</a:t>
            </a:r>
            <a:r>
              <a:rPr/>
              <a:t> replaced by inline status regions.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User Interface: location and measuring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Setting a point takes one of five inputs, none of them typed coordinates:</a:t>
            </a:r>
          </a:p>
          <a:p>
            <a:pPr lvl="0"/>
            <a:r>
              <a:rPr/>
              <a:t>address search (HERE, then Nominatim fallback)</a:t>
            </a:r>
          </a:p>
          <a:p>
            <a:pPr lvl="0"/>
            <a:r>
              <a:rPr/>
              <a:t>area presets</a:t>
            </a:r>
          </a:p>
          <a:p>
            <a:pPr lvl="0"/>
            <a:r>
              <a:rPr/>
              <a:t>device GPS</a:t>
            </a:r>
          </a:p>
          <a:p>
            <a:pPr lvl="0"/>
            <a:r>
              <a:rPr/>
              <a:t>a tap on the globe</a:t>
            </a:r>
          </a:p>
          <a:p>
            <a:pPr lvl="0"/>
            <a:r>
              <a:rPr/>
              <a:t>a dragged pin</a:t>
            </a:r>
          </a:p>
          <a:p>
            <a:pPr lvl="0" indent="0" marL="0">
              <a:buNone/>
            </a:pPr>
            <a:r>
              <a:rPr/>
              <a:t>Every move reverse-geocodes into a human address and labels where the point came from. Search is biased toward that point rather than clamped to a city. Globes start where the device is, or show the whole globe if permission is refused.</a:t>
            </a:r>
          </a:p>
          <a:p>
            <a:pPr lvl="0" indent="0" marL="0">
              <a:buNone/>
            </a:pPr>
            <a:r>
              <a:rPr b="1"/>
              <a:t>On the photo:</a:t>
            </a:r>
            <a:r>
              <a:rPr/>
              <a:t> set a known object, draw the line, get millimetres. Both ends drag and the number follows the finger. A custom reference accepts mm, cm or inch, and a zero reference is refused with a reason instead of producing a useless scale.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Result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Live frontend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https://fullstackproject-app.vercel.app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Backend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Vercel container, region </a:t>
                      </a:r>
                      <a:r>
                        <a:rPr>
                          <a:latin typeface="Courier"/>
                        </a:rPr>
                        <a:t>sin1</a:t>
                      </a:r>
                      <a:r>
                        <a:rPr/>
                        <a:t>, alias verified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Database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Neon Postgres, Singapore, </a:t>
                      </a:r>
                      <a:r>
                        <a:rPr>
                          <a:latin typeface="Courier"/>
                        </a:rPr>
                        <a:t>"store": "postgres"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Materials served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 suite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 of 50 passing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Demo path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Upload a photo, get priced detections, publish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Limitations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Known now</a:t>
            </a:r>
          </a:p>
          <a:p>
            <a:pPr lvl="0"/>
            <a:r>
              <a:rPr/>
              <a:t>No auth: a request carries a typed name and nothing else</a:t>
            </a:r>
          </a:p>
          <a:p>
            <a:pPr lvl="0"/>
            <a:r>
              <a:rPr/>
              <a:t>One JSONB row, so a concurrent write can overwrite another</a:t>
            </a:r>
          </a:p>
          <a:p>
            <a:pPr lvl="0"/>
            <a:r>
              <a:rPr/>
              <a:t>CO2 figures are estimates rather than LCA data</a:t>
            </a:r>
          </a:p>
          <a:p>
            <a:pPr lvl="0"/>
            <a:r>
              <a:rPr/>
              <a:t>No AR measuring, since a browser cannot reach LiDAR</a:t>
            </a:r>
          </a:p>
          <a:p>
            <a:pPr lvl="0"/>
            <a:r>
              <a:rPr/>
              <a:t>A line drawn across an oblique surface reads short, because there is no perspective correction</a:t>
            </a:r>
          </a:p>
          <a:p>
            <a:pPr lvl="0" indent="0" marL="0">
              <a:buNone/>
            </a:pPr>
            <a:r>
              <a:rPr b="1"/>
              <a:t>Next</a:t>
            </a:r>
          </a:p>
          <a:p>
            <a:pPr lvl="0"/>
            <a:r>
              <a:rPr/>
              <a:t>Real tables and authentication</a:t>
            </a:r>
          </a:p>
          <a:p>
            <a:pPr lvl="0"/>
            <a:r>
              <a:rPr/>
              <a:t>Object storage once photo volume grows</a:t>
            </a:r>
          </a:p>
          <a:p>
            <a:pPr lvl="0"/>
            <a:r>
              <a:rPr/>
              <a:t>A trained segmentation model once </a:t>
            </a:r>
            <a:r>
              <a:rPr>
                <a:latin typeface="Courier"/>
              </a:rPr>
              <a:t>uploads/</a:t>
            </a:r>
            <a:r>
              <a:rPr/>
              <a:t> holds labelled site photos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Timeline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Milestone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27 Sep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Scaffold: React, FastAPI, mocked AI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28 Sep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YOLOv8n, colour pass, Cesium satellite, mobile shell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29 Sep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YOLO-World, CLIP gate, 16 materials, debug flag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30 Sep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Neon Postgres, public MIT repository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 Oct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Photo ruler for real quantities, salvage pricing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31 Oct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Package restructure, docs consolidated, deployed demo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Live demo:</a:t>
            </a:r>
            <a:r>
              <a:rPr/>
              <a:t> https://fullstackproject-app.vercel.app</a:t>
            </a:r>
          </a:p>
          <a:p>
            <a:pPr lvl="0" indent="0" marL="0">
              <a:buNone/>
            </a:pPr>
            <a:r>
              <a:rPr b="1"/>
              <a:t>Repository:</a:t>
            </a:r>
            <a:r>
              <a:rPr/>
              <a:t> https://github.com/Aayush-Ate/urbanmine (MIT)</a:t>
            </a:r>
          </a:p>
          <a:p>
            <a:pPr lvl="0" indent="0" marL="0">
              <a:buNone/>
            </a:pPr>
            <a:r>
              <a:rPr/>
              <a:t>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UrbanMine</dc:title>
  <dc:creator/>
  <cp:keywords/>
  <dcterms:created xsi:type="dcterms:W3CDTF">2026-10-31T07:40:32Z</dcterms:created>
  <dcterms:modified xsi:type="dcterms:W3CDTF">2026-10-31T07:40:32Z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Review 1 · 2 November 2026</vt:lpwstr>
  </property>
  <property fmtid="{D5CDD505-2E9C-101B-9397-08002B2CF9AE}" pid="3" name="subtitle">
    <vt:lpwstr>B2B demolition-reuse marketplace</vt:lpwstr>
  </property>
</Properties>
</file>